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Simulation de Client Bancaire par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Plateforme de Fine-Tuning BMCI &amp; Agent Vocal Interactif Temps Réel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Auteur : Stagiaire R&amp;D - BMCI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Objectif : Entraîner et évaluer des LLMs pour le rôle de client bancaire en colère.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Architecture : Modèles locaux fine-tunés, Interface Streamlit, LiveKit WebRTC.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Le Cas d'Usage de la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Incarner le Client Mécontent (M. Orens)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Scénario : Retrait urgent de 100 000 dirhams pour l'achat d'une maison (limite journalière de 50 000 DH).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Expressivité : Voix exprimant la colère et l'impatience (Mistral Voxtral 'Marie angry').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Barge-in : Interruption instantanée de l'agent dès que l'utilisateur prend la parole.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Phase 1 : Dataset &amp; Fine-Tuning Local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Adapter les LLMs au Métier Bancaire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Création d'un Dataset Fictif BMCI : Échanges de négociation sur 9 cas (carte bloquée, crédit, frais...).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Fine-Tuning LoRA (Low-Rank Adaptation) : Entraînements sur Qwen, SmolLM2, TinyLlama, BloomZ et CroissantLLM.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Modèle local le plus exploitable : Qwen2.5-0.5B-BMCI-Client-Finetune-1.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Phase 1 : Difficultés du Fine-Tuning Local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Contraintes Techniques &amp; Matérielles Surmontées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Respect du rôle client : Tendance naturelle du LLM à conseiller -&gt; Prompts stricts, few-shot et filtres post-génération.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Dérives de contexte : Perte du sujet de départ -&gt; Nécessité de recentrer le modèle par plus d'exemples de dialogue.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Absence de GPU local : Entraînement sur CPU impossible -&gt; Déportation vers Kaggle/Colab et blocage local de Mistral 7B.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Checkpoints et Dépendances : Crashs de disques Colab et conflits de packages -&gt; Scripts de sauvegarde automatique vers Drive.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Phase 1 : Streamlit &amp; Évaluation des Modèles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Mesurer les Progrès et Sécuriser la Sortie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Application Streamlit : Interface de chat client BMCI, onglet évaluation et garde-fous de rôle.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Framework d'Évaluation : Scénarios multi-modèles (Promptfoo) + Red-Teaming (attaques vocales).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Scoring G-Eval &amp; RAGAS : Mesure du respect du rôle, pertinence, sécurité, et claims non supportés.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Phase 2 : Benchmark STT (Écoute)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Modèle Réussi vs. Tests Non Concluants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🟢 Réussite - Cohere Transcribe v2 (Cloud) : Taux d'erreur de mots (WER) très bas (5.82%), ultra-rapide et robuste.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🔴 Non Concluant - ElevenLabs Scribe v2 (Cloud) : Excellente transcription mais latence de 21s (inutilisable en direct).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🔴 Non Concluant - Whisper Large-Turbo (Local) : Trop lourd en calcul sur le CPU local (132s pour 3 min de voix).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Phase 2 : Benchmark TTS (Voix)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Modèle Réussi vs. Tests Non Concluants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🟢 Réussite - Mistral Voxtral (Marie angry) : Colère native très réaliste, latence faible (1.57s) et quotas d'API fiables.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🔴 Non Concluant - Hume AI (Cloud) : Voix ultra-naturelle (MOS 4.03) mais bloquée par des quotas d'essai trop stricts (429).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🔴 Non Concluant - F5-TTS (Local) : Inférence impossible en direct sur CPU (128s de calcul pour 3s de voix).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🔴 Non Concluant - Kokoro &amp; MeloTTS (Locaux) : Voix françaises trop neutres, robotiques et manquant d'intonation émotionnelle.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Phase 3 : Agent Vocal Temps Réel (LiveKit)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Une Expérience Conversationnelle Fluide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Avantages LiveKit : Full-Duplex (parole simultanée) et Barge-in (interruption millisecondée de l'IA).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Ajustements de fluidité : Temps de pause minimal (0.8s) pour laisser le temps au STT de finaliser.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Filtre anti-didacalies : Retrait automatique des crochets et majuscules pour éviter que la voix ne les épelle.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Résilience : Script de supervision (run_agent.py) pour relancer l'agent en moins de 2s lors des déconnexions.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L'Avenir : Limites du Speech-to-Speech (Moshi)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6 Verrous Techniques Majeurs à Surmonter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1. Matériel GPU lourd : VRAM de 16-24 Go requise, loyer cloud GPU NVIDIA A100/H100 mensuel récurrent élevé.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2. Couche de transport audio : Nécessité de développer l'interfaçage WebSocket Mimi et la gestion de la gigue réseau.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3. VAD &amp; Interruption : Obligation de coder des purges de buffers audio instantanées pour couper le flux de l'IA.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4. Windows non supporté : Obligation d'utiliser WSL2 (latence et complexité de partage de ressource GPU).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5. Pas de VoIP/SIP natif : Nécessité de ponts RTC complexes pour connecter des téléphones réels.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6. Pas de Function Calling : Analyseur de monologue intérieur obligatoire pour déclencher des actions bancaires.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Conclusion &amp; Perspectives d'Avenir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10B981"/>
                </a:solidFill>
                <a:latin typeface="Arial"/>
              </a:defRPr>
            </a:pPr>
            <a:r>
              <a:t>Feuille de Route pour le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Dataset de fine-tuning : Enrichir avec plus d'exemples de sécurité et de résistance aux pièges du conseiller.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Checkpoints Kaggle : Automatiser la reprise et stabiliser l'export des poids fins.</a:t>
            </a:r>
          </a:p>
          <a:p>
            <a:pPr>
              <a:spcAft>
                <a:spcPts val="1600"/>
              </a:spcAft>
              <a:defRPr sz="1800">
                <a:solidFill>
                  <a:srgbClr val="E2E8F0"/>
                </a:solidFill>
                <a:latin typeface="Arial"/>
              </a:defRPr>
            </a:pPr>
            <a:r>
              <a:t>•  Speech-to-Speech : Évaluer la viabilité financière de l'hébergement cloud GPU pour Moshi.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